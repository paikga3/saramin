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BC42"/>
    <a:srgbClr val="61C250"/>
    <a:srgbClr val="5ABF49"/>
    <a:srgbClr val="54BD43"/>
    <a:srgbClr val="6D6D6D"/>
    <a:srgbClr val="626262"/>
    <a:srgbClr val="F1E327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2A7B-1F39-4DC5-8358-D18662F1262C}" type="datetimeFigureOut">
              <a:rPr lang="ko-KR" altLang="en-US" smtClean="0"/>
              <a:t>2015-05-28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FADB-2759-45DD-993A-7A7766D23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302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2A7B-1F39-4DC5-8358-D18662F1262C}" type="datetimeFigureOut">
              <a:rPr lang="ko-KR" altLang="en-US" smtClean="0"/>
              <a:t>2015-05-28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FADB-2759-45DD-993A-7A7766D23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57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2A7B-1F39-4DC5-8358-D18662F1262C}" type="datetimeFigureOut">
              <a:rPr lang="ko-KR" altLang="en-US" smtClean="0"/>
              <a:t>2015-05-28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FADB-2759-45DD-993A-7A7766D23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9765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2A7B-1F39-4DC5-8358-D18662F1262C}" type="datetimeFigureOut">
              <a:rPr lang="ko-KR" altLang="en-US" smtClean="0"/>
              <a:t>2015-05-28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FADB-2759-45DD-993A-7A7766D23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299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2A7B-1F39-4DC5-8358-D18662F1262C}" type="datetimeFigureOut">
              <a:rPr lang="ko-KR" altLang="en-US" smtClean="0"/>
              <a:t>2015-05-28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FADB-2759-45DD-993A-7A7766D23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737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2A7B-1F39-4DC5-8358-D18662F1262C}" type="datetimeFigureOut">
              <a:rPr lang="ko-KR" altLang="en-US" smtClean="0"/>
              <a:t>2015-05-28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FADB-2759-45DD-993A-7A7766D23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63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2A7B-1F39-4DC5-8358-D18662F1262C}" type="datetimeFigureOut">
              <a:rPr lang="ko-KR" altLang="en-US" smtClean="0"/>
              <a:t>2015-05-28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FADB-2759-45DD-993A-7A7766D23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224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2A7B-1F39-4DC5-8358-D18662F1262C}" type="datetimeFigureOut">
              <a:rPr lang="ko-KR" altLang="en-US" smtClean="0"/>
              <a:t>2015-05-28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FADB-2759-45DD-993A-7A7766D23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69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2A7B-1F39-4DC5-8358-D18662F1262C}" type="datetimeFigureOut">
              <a:rPr lang="ko-KR" altLang="en-US" smtClean="0"/>
              <a:t>2015-05-28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FADB-2759-45DD-993A-7A7766D23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457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2A7B-1F39-4DC5-8358-D18662F1262C}" type="datetimeFigureOut">
              <a:rPr lang="ko-KR" altLang="en-US" smtClean="0"/>
              <a:t>2015-05-28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FADB-2759-45DD-993A-7A7766D23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110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02A7B-1F39-4DC5-8358-D18662F1262C}" type="datetimeFigureOut">
              <a:rPr lang="ko-KR" altLang="en-US" smtClean="0"/>
              <a:t>2015-05-28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FADB-2759-45DD-993A-7A7766D23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245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DnDiag">
          <a:fgClr>
            <a:srgbClr val="61C250"/>
          </a:fgClr>
          <a:bgClr>
            <a:srgbClr val="54BD4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02A7B-1F39-4DC5-8358-D18662F1262C}" type="datetimeFigureOut">
              <a:rPr lang="ko-KR" altLang="en-US" smtClean="0"/>
              <a:t>2015-05-28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EFADB-2759-45DD-993A-7A7766D23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352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07737" y="3074814"/>
            <a:ext cx="43765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1C250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제목을 입력하세요</a:t>
            </a:r>
            <a:endParaRPr lang="ko-KR" altLang="en-US" sz="4800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rgbClr val="61C250"/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182" y="1917260"/>
            <a:ext cx="1239627" cy="10872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30826" y="3976151"/>
            <a:ext cx="1930337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30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경영학과 서길동</a:t>
            </a:r>
            <a:endParaRPr lang="ko-KR" altLang="en-US" sz="2300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782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82685" y="978723"/>
            <a:ext cx="12266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bg1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목차</a:t>
            </a:r>
            <a:endParaRPr lang="ko-KR" altLang="en-US" sz="4800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chemeClr val="bg1"/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117467" y="3105892"/>
            <a:ext cx="1628972" cy="1292661"/>
            <a:chOff x="1173739" y="3049620"/>
            <a:chExt cx="1628972" cy="1292661"/>
          </a:xfrm>
        </p:grpSpPr>
        <p:sp>
          <p:nvSpPr>
            <p:cNvPr id="7" name="TextBox 6"/>
            <p:cNvSpPr txBox="1"/>
            <p:nvPr/>
          </p:nvSpPr>
          <p:spPr>
            <a:xfrm>
              <a:off x="1621778" y="3049620"/>
              <a:ext cx="7328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4400" u="sng" dirty="0" smtClean="0">
                  <a:ln>
                    <a:solidFill>
                      <a:srgbClr val="F1E327">
                        <a:alpha val="1000"/>
                      </a:srgbClr>
                    </a:solidFill>
                  </a:ln>
                  <a:solidFill>
                    <a:schemeClr val="bg1"/>
                  </a:solidFill>
                  <a:latin typeface="배달의민족 한나" panose="02000503000000020003" pitchFamily="2" charset="-127"/>
                  <a:ea typeface="배달의민족 한나" panose="02000503000000020003" pitchFamily="2" charset="-127"/>
                </a:rPr>
                <a:t>01</a:t>
              </a:r>
              <a:endParaRPr lang="ko-KR" altLang="en-US" sz="4400" u="sng" dirty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bg1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73739" y="3819061"/>
              <a:ext cx="16289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800" dirty="0" smtClean="0">
                  <a:ln>
                    <a:solidFill>
                      <a:srgbClr val="F1E327">
                        <a:alpha val="1000"/>
                      </a:srgbClr>
                    </a:solidFill>
                  </a:ln>
                  <a:solidFill>
                    <a:schemeClr val="bg1"/>
                  </a:solidFill>
                  <a:latin typeface="배달의민족 한나" panose="02000503000000020003" pitchFamily="2" charset="-127"/>
                  <a:ea typeface="배달의민족 한나" panose="02000503000000020003" pitchFamily="2" charset="-127"/>
                </a:rPr>
                <a:t>입력하세요</a:t>
              </a:r>
              <a:endParaRPr lang="ko-KR" altLang="en-US" sz="2800" dirty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bg1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3921085" y="3105892"/>
            <a:ext cx="1628972" cy="1292661"/>
            <a:chOff x="1173739" y="3049620"/>
            <a:chExt cx="1628972" cy="1292661"/>
          </a:xfrm>
        </p:grpSpPr>
        <p:sp>
          <p:nvSpPr>
            <p:cNvPr id="12" name="TextBox 11"/>
            <p:cNvSpPr txBox="1"/>
            <p:nvPr/>
          </p:nvSpPr>
          <p:spPr>
            <a:xfrm>
              <a:off x="1568879" y="3049620"/>
              <a:ext cx="838692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4400" u="sng" dirty="0" smtClean="0">
                  <a:ln>
                    <a:solidFill>
                      <a:srgbClr val="F1E327">
                        <a:alpha val="1000"/>
                      </a:srgbClr>
                    </a:solidFill>
                  </a:ln>
                  <a:solidFill>
                    <a:schemeClr val="bg1"/>
                  </a:solidFill>
                  <a:latin typeface="배달의민족 한나" panose="02000503000000020003" pitchFamily="2" charset="-127"/>
                  <a:ea typeface="배달의민족 한나" panose="02000503000000020003" pitchFamily="2" charset="-127"/>
                </a:rPr>
                <a:t>02</a:t>
              </a:r>
              <a:endParaRPr lang="ko-KR" altLang="en-US" sz="4400" u="sng" dirty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bg1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173739" y="3819061"/>
              <a:ext cx="16289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800" dirty="0" smtClean="0">
                  <a:ln>
                    <a:solidFill>
                      <a:srgbClr val="F1E327">
                        <a:alpha val="1000"/>
                      </a:srgbClr>
                    </a:solidFill>
                  </a:ln>
                  <a:solidFill>
                    <a:schemeClr val="bg1"/>
                  </a:solidFill>
                  <a:latin typeface="배달의민족 한나" panose="02000503000000020003" pitchFamily="2" charset="-127"/>
                  <a:ea typeface="배달의민족 한나" panose="02000503000000020003" pitchFamily="2" charset="-127"/>
                </a:rPr>
                <a:t>입력하세요</a:t>
              </a:r>
              <a:endParaRPr lang="ko-KR" altLang="en-US" sz="2800" dirty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bg1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6724703" y="3105892"/>
            <a:ext cx="1628972" cy="1292661"/>
            <a:chOff x="1173739" y="3049620"/>
            <a:chExt cx="1628972" cy="1292661"/>
          </a:xfrm>
        </p:grpSpPr>
        <p:sp>
          <p:nvSpPr>
            <p:cNvPr id="15" name="TextBox 14"/>
            <p:cNvSpPr txBox="1"/>
            <p:nvPr/>
          </p:nvSpPr>
          <p:spPr>
            <a:xfrm>
              <a:off x="1573688" y="3049620"/>
              <a:ext cx="82907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4400" u="sng" dirty="0" smtClean="0">
                  <a:ln>
                    <a:solidFill>
                      <a:srgbClr val="F1E327">
                        <a:alpha val="1000"/>
                      </a:srgbClr>
                    </a:solidFill>
                  </a:ln>
                  <a:solidFill>
                    <a:schemeClr val="bg1"/>
                  </a:solidFill>
                  <a:latin typeface="배달의민족 한나" panose="02000503000000020003" pitchFamily="2" charset="-127"/>
                  <a:ea typeface="배달의민족 한나" panose="02000503000000020003" pitchFamily="2" charset="-127"/>
                </a:rPr>
                <a:t>03</a:t>
              </a:r>
              <a:endParaRPr lang="ko-KR" altLang="en-US" sz="4400" u="sng" dirty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bg1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173739" y="3819061"/>
              <a:ext cx="16289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800" dirty="0" smtClean="0">
                  <a:ln>
                    <a:solidFill>
                      <a:srgbClr val="F1E327">
                        <a:alpha val="1000"/>
                      </a:srgbClr>
                    </a:solidFill>
                  </a:ln>
                  <a:solidFill>
                    <a:schemeClr val="bg1"/>
                  </a:solidFill>
                  <a:latin typeface="배달의민족 한나" panose="02000503000000020003" pitchFamily="2" charset="-127"/>
                  <a:ea typeface="배달의민족 한나" panose="02000503000000020003" pitchFamily="2" charset="-127"/>
                </a:rPr>
                <a:t>입력하세요</a:t>
              </a:r>
              <a:endParaRPr lang="ko-KR" altLang="en-US" sz="2800" dirty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bg1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9528322" y="3105892"/>
            <a:ext cx="1628972" cy="1292661"/>
            <a:chOff x="1173739" y="3049620"/>
            <a:chExt cx="1628972" cy="1292661"/>
          </a:xfrm>
        </p:grpSpPr>
        <p:sp>
          <p:nvSpPr>
            <p:cNvPr id="18" name="TextBox 17"/>
            <p:cNvSpPr txBox="1"/>
            <p:nvPr/>
          </p:nvSpPr>
          <p:spPr>
            <a:xfrm>
              <a:off x="1549643" y="3049620"/>
              <a:ext cx="87716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4400" u="sng" dirty="0" smtClean="0">
                  <a:ln>
                    <a:solidFill>
                      <a:srgbClr val="F1E327">
                        <a:alpha val="1000"/>
                      </a:srgbClr>
                    </a:solidFill>
                  </a:ln>
                  <a:solidFill>
                    <a:schemeClr val="bg1"/>
                  </a:solidFill>
                  <a:latin typeface="배달의민족 한나" panose="02000503000000020003" pitchFamily="2" charset="-127"/>
                  <a:ea typeface="배달의민족 한나" panose="02000503000000020003" pitchFamily="2" charset="-127"/>
                </a:rPr>
                <a:t>04</a:t>
              </a:r>
              <a:endParaRPr lang="ko-KR" altLang="en-US" sz="4400" u="sng" dirty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bg1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73739" y="3819061"/>
              <a:ext cx="16289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800" dirty="0" smtClean="0">
                  <a:ln>
                    <a:solidFill>
                      <a:srgbClr val="F1E327">
                        <a:alpha val="1000"/>
                      </a:srgbClr>
                    </a:solidFill>
                  </a:ln>
                  <a:solidFill>
                    <a:schemeClr val="bg1"/>
                  </a:solidFill>
                  <a:latin typeface="배달의민족 한나" panose="02000503000000020003" pitchFamily="2" charset="-127"/>
                  <a:ea typeface="배달의민족 한나" panose="02000503000000020003" pitchFamily="2" charset="-127"/>
                </a:rPr>
                <a:t>입력하세요</a:t>
              </a:r>
              <a:endParaRPr lang="ko-KR" altLang="en-US" sz="2800" dirty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bg1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7734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307953" y="1603728"/>
            <a:ext cx="4489132" cy="0"/>
          </a:xfrm>
          <a:prstGeom prst="line">
            <a:avLst/>
          </a:prstGeom>
          <a:ln w="22225">
            <a:solidFill>
              <a:srgbClr val="61C2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0356" y="549435"/>
            <a:ext cx="732894" cy="769441"/>
          </a:xfrm>
          <a:prstGeom prst="rect">
            <a:avLst/>
          </a:prstGeom>
          <a:pattFill prst="pct5">
            <a:fgClr>
              <a:srgbClr val="53BC42"/>
            </a:fgClr>
            <a:bgClr>
              <a:srgbClr val="54BD43"/>
            </a:bgClr>
          </a:patt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u="sng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bg1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01</a:t>
            </a:r>
            <a:endParaRPr lang="ko-KR" altLang="en-US" sz="4400" u="sng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chemeClr val="bg1"/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45145" y="543993"/>
            <a:ext cx="1423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D6D6D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입력하세요</a:t>
            </a:r>
            <a:endParaRPr lang="ko-KR" altLang="en-US" sz="2400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rgbClr val="6D6D6D"/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307953" y="321223"/>
            <a:ext cx="4489132" cy="0"/>
          </a:xfrm>
          <a:prstGeom prst="line">
            <a:avLst/>
          </a:prstGeom>
          <a:ln w="22225">
            <a:solidFill>
              <a:srgbClr val="61C2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45145" y="911545"/>
            <a:ext cx="2762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54BD43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간단하게 한  줄 적어주세요</a:t>
            </a:r>
            <a:endParaRPr lang="ko-KR" altLang="en-US" sz="2000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rgbClr val="54BD43"/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13078" y="3270781"/>
            <a:ext cx="63658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D6D6D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새 슬라이드가 더 필요하셔서 복사</a:t>
            </a:r>
            <a:r>
              <a:rPr lang="en-US" altLang="ko-KR" sz="20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D6D6D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+</a:t>
            </a:r>
            <a:r>
              <a:rPr lang="ko-KR" altLang="en-US" sz="20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D6D6D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붙여 넣기 하시면</a:t>
            </a:r>
            <a:endParaRPr lang="en-US" altLang="ko-KR" sz="2000" dirty="0" smtClean="0">
              <a:ln>
                <a:solidFill>
                  <a:srgbClr val="F1E327">
                    <a:alpha val="1000"/>
                  </a:srgbClr>
                </a:solidFill>
              </a:ln>
              <a:solidFill>
                <a:srgbClr val="6D6D6D"/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  <a:p>
            <a:pPr algn="ctr"/>
            <a:r>
              <a:rPr lang="ko-KR" altLang="en-US" sz="20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D6D6D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배경이 아마 패턴으로 </a:t>
            </a:r>
            <a:r>
              <a:rPr lang="ko-KR" altLang="en-US" sz="2000" dirty="0" err="1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D6D6D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나올거에요</a:t>
            </a:r>
            <a:r>
              <a:rPr lang="en-US" altLang="ko-KR" sz="20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D6D6D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!</a:t>
            </a:r>
          </a:p>
          <a:p>
            <a:pPr algn="ctr"/>
            <a:r>
              <a:rPr lang="ko-KR" altLang="en-US" sz="20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D6D6D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그 땐 그 슬라이드의 배경을 </a:t>
            </a:r>
            <a:r>
              <a:rPr lang="en-US" altLang="ko-KR" sz="20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D6D6D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[</a:t>
            </a:r>
            <a:r>
              <a:rPr lang="ko-KR" altLang="en-US" sz="20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D6D6D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단색 채우기</a:t>
            </a:r>
            <a:r>
              <a:rPr lang="en-US" altLang="ko-KR" sz="20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D6D6D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] – </a:t>
            </a:r>
            <a:r>
              <a:rPr lang="ko-KR" altLang="en-US" sz="20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D6D6D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흰색 클릭하시면 되요</a:t>
            </a:r>
            <a:r>
              <a:rPr lang="en-US" altLang="ko-KR" sz="20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D6D6D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68994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307953" y="1603728"/>
            <a:ext cx="4489132" cy="0"/>
          </a:xfrm>
          <a:prstGeom prst="line">
            <a:avLst/>
          </a:prstGeom>
          <a:ln w="22225">
            <a:solidFill>
              <a:srgbClr val="61C2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7457" y="549435"/>
            <a:ext cx="838692" cy="769441"/>
          </a:xfrm>
          <a:prstGeom prst="rect">
            <a:avLst/>
          </a:prstGeom>
          <a:solidFill>
            <a:srgbClr val="61C25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u="sng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bg1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02</a:t>
            </a:r>
            <a:endParaRPr lang="ko-KR" altLang="en-US" sz="4400" u="sng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chemeClr val="bg1"/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45145" y="543993"/>
            <a:ext cx="1423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D6D6D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입력하세요</a:t>
            </a:r>
            <a:endParaRPr lang="ko-KR" altLang="en-US" sz="2400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rgbClr val="6D6D6D"/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307953" y="321223"/>
            <a:ext cx="4489132" cy="0"/>
          </a:xfrm>
          <a:prstGeom prst="line">
            <a:avLst/>
          </a:prstGeom>
          <a:ln w="22225">
            <a:solidFill>
              <a:srgbClr val="61C2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45145" y="911545"/>
            <a:ext cx="2762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54BD43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간단하게 한  줄 적어주세요</a:t>
            </a:r>
            <a:endParaRPr lang="ko-KR" altLang="en-US" sz="2000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rgbClr val="54BD43"/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9535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/>
        </p:nvCxnSpPr>
        <p:spPr>
          <a:xfrm>
            <a:off x="307953" y="1603728"/>
            <a:ext cx="4489132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2266" y="549435"/>
            <a:ext cx="829073" cy="76944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u="sng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53BC42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03</a:t>
            </a:r>
            <a:endParaRPr lang="ko-KR" altLang="en-US" sz="4400" u="sng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rgbClr val="53BC42"/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45145" y="543993"/>
            <a:ext cx="1423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입력하세요</a:t>
            </a:r>
            <a:endParaRPr lang="ko-KR" altLang="en-US" sz="2400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307953" y="321223"/>
            <a:ext cx="4489132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445145" y="911545"/>
            <a:ext cx="2762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bg1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간단하게 한  줄 적어주세요</a:t>
            </a:r>
            <a:endParaRPr lang="ko-KR" altLang="en-US" sz="2000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chemeClr val="bg1"/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889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307953" y="1603728"/>
            <a:ext cx="4489132" cy="0"/>
          </a:xfrm>
          <a:prstGeom prst="line">
            <a:avLst/>
          </a:prstGeom>
          <a:ln w="22225">
            <a:solidFill>
              <a:srgbClr val="61C2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98221" y="549435"/>
            <a:ext cx="877164" cy="769441"/>
          </a:xfrm>
          <a:prstGeom prst="rect">
            <a:avLst/>
          </a:prstGeom>
          <a:solidFill>
            <a:srgbClr val="61C25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u="sng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bg1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04</a:t>
            </a:r>
            <a:endParaRPr lang="ko-KR" altLang="en-US" sz="4400" u="sng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chemeClr val="bg1"/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45145" y="543993"/>
            <a:ext cx="1423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D6D6D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입력하세요</a:t>
            </a:r>
            <a:endParaRPr lang="ko-KR" altLang="en-US" sz="2400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rgbClr val="6D6D6D"/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307953" y="321223"/>
            <a:ext cx="4489132" cy="0"/>
          </a:xfrm>
          <a:prstGeom prst="line">
            <a:avLst/>
          </a:prstGeom>
          <a:ln w="22225">
            <a:solidFill>
              <a:srgbClr val="61C2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45145" y="911545"/>
            <a:ext cx="27622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54BD43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간단하게 한  줄 적어주세요</a:t>
            </a:r>
            <a:endParaRPr lang="ko-KR" altLang="en-US" sz="2000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rgbClr val="54BD43"/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70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71756" y="3074814"/>
            <a:ext cx="26484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rgbClr val="61C250"/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감사합니다</a:t>
            </a:r>
            <a:endParaRPr lang="ko-KR" altLang="en-US" sz="4800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rgbClr val="61C250"/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182" y="1917260"/>
            <a:ext cx="1239627" cy="10872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42048" y="3976151"/>
            <a:ext cx="1907895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300" dirty="0" smtClean="0">
                <a:ln>
                  <a:solidFill>
                    <a:srgbClr val="F1E327">
                      <a:alpha val="100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배달의민족 한나" panose="02000503000000020003" pitchFamily="2" charset="-127"/>
                <a:ea typeface="배달의민족 한나" panose="02000503000000020003" pitchFamily="2" charset="-127"/>
              </a:rPr>
              <a:t>THANK YOU!</a:t>
            </a:r>
            <a:endParaRPr lang="ko-KR" altLang="en-US" sz="2300" dirty="0">
              <a:ln>
                <a:solidFill>
                  <a:srgbClr val="F1E327">
                    <a:alpha val="100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배달의민족 한나" panose="02000503000000020003" pitchFamily="2" charset="-127"/>
              <a:ea typeface="배달의민족 한나" panose="02000503000000020003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5516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69</Words>
  <Application>Microsoft Office PowerPoint</Application>
  <PresentationFormat>와이드스크린</PresentationFormat>
  <Paragraphs>28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배달의민족 한나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4</cp:revision>
  <dcterms:created xsi:type="dcterms:W3CDTF">2015-05-27T15:10:50Z</dcterms:created>
  <dcterms:modified xsi:type="dcterms:W3CDTF">2015-05-27T15:33:31Z</dcterms:modified>
</cp:coreProperties>
</file>